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Automaticky obnoví soubory z uloženého místa
- Díky Restore nemusíme hledat zálohu nebo kopii manuálně, a kopírovat dané soubory na správné místo, automaticky to za nás udělá RMAN
- Buď můžeme nechat RMAN aby obnovil soubory na originální místo v databázi, a odstranil starý soubor, a nebo můžeme pomocí SET NEWNAME specifikovat nový cíl pro dané soubory
- Pomocí Restore získáme jen soubory k momentu zálohy, a ztratíme vše co se změnilo od momentu této zálohy
- Typicky použito pokud médium na kterém je daná data file, control file nebo archived redo log uložena, selže, nebo jinak poškodí daný soubor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Aplikuje online nebo archivované redo logy, nebo inkrementální zálohy na datafile obnovenou pomocí Restore
- Možné specifikovat jestli danou datafile aktualizovat do aktuálního momentu, nebo do specifikovaného času v minulosti
- Potřebujeme Control File (alespoň z autobackup) nebo Recovery Katalog
- Pokud je k dispozici inkrementální záloha, RMAN ji vždy zvolí spíše než redo, protože je rychlejší
- Recover nám tedy umožňuje neztratit vše co se změnilo od doby poslední zálohy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Defaultní režim, redo nebo inkrementální zálohy se aplikují do nejaktuálnějšího potvrzeného SCN
- Zachová veškerá data do nejnovějšího konzistentního stavu databáze
- Není nutné otevírat databázi s možností RESETLOGS, stačí normální OPEN nebo ONLINE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RESETLOGS
- Archivuje aktuální online redo logy a poté vymaže obsah online redo logů a resetuje redo sekvenci na 1
- Vytvoří soubory online redo log
- Obnoví metadata řídícího souboru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PREVIEW nám řekne, které zálohy a archivované redo logy využije k obnově, ale neudělá samotnou obnovu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Oracle nedoporučuje pouze obnovení kořene, ale spíše v tomto případě obnovení celé CDB, a nebo po obnovení kořene manuálně obnovit všechny PDB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Pokud máme vlastní kopii, stačí SHUTDOWN instance, zkopírovat naší kopii na správné místo (nebo vypustit z CONTROL_FILES v SPFILE), a dát STARTUP instance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Nutné zjistit DBID - po připojení k databázi zkrz rman nám console vypíše DBID: "connected to target database: PROD (DBID=36508508)" - Pouze pokud nemáme katalog obnovy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Můžeme buď použít SET UNTIL na začátku RUN, nebo UNTIL jak u RESTORE tak u RECOVER (doporučuje se první možnost, u druhé je jednodušší udělat chybu)
- Doporučují se restore points v důležitých časech, pro více manageable PITR obnovu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Nutné připojit se ke kořeni jako SYSDBA nebo SYSBACKUP
- Nutná záloha kořene a PDB$SEED pokud obnovujeme tablespace PDB
- Je možné použít Flashback, ale v tom případě musíme vracet celou databázi, ne jen část. Také musíme udržovat Flashback logy
- RMAN automaticky dá tabulkový prostor do režimu OFFLINE, na konci je musíme nastavit na ONLINE manuálně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RMAN si vytvoří tuto pomocnou databázi v AUXILIARY DESTINATION, tam provede obnovu do daného času, a poté importuje tento tabulkový prostor do finální databáze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Neúplná obnova byla předvedena v jednom z předchozích kroků - V případě neúplné obnovy musíme následně otevřít PDB s RESETLOGS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Fyzická korupce: Databáze nerozpoznává vůbec daný blok -&gt; Špatné checksums, blok obsahuje pouze nuly, nebo se neshoduje hlavička a patička bloku
- Logická korupce: Obsah bloku je logicky nekonzistentní -&gt; Korupce řádku nebo indexu. Logické korupce jsou logovány v alert logu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Oproti RESTORE/BACKUP ... VALIDATE, nám samotný VALIDATE umožňuje kontrolovat větší množství objektů. Například VALIDATE DATAFILE ... BLOCK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Synchronizuje fyzický stav záloh a kopií, s jejich logickými záznamy v RMAN -&gt; neboli, zkontroluje zdali to co existuje v RMAN stále existuje fyzicky na daném médiu
- Sám nevymaže fyzicky uložené zálohy -&gt; Musíme udělat manuálně v následujícím kroku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Datové soubory nemusí být OFFLINE pro použití této validace, protože validace záloh čte pouze zálohy a nemá žádný vliv na běžící datové soubory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V$DATABASE_BLOCK_CORRUPTION - Pohled, zobrazující bloky, které RMAN, ANALYZE nebo SQL dotazy označili jako corrupt
- Logické korupce nemusí vždy být opraveny pomocí obnovy bloků, poté by bylo nutné použít například TSPITR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RMAN: obnova a ověřování záloh</dc:title>
  <dc:subject>PptxGenJS Presentation</dc:subject>
  <dc:creator>Created by Marp</dc:creator>
  <cp:lastModifiedBy>Created by Marp</cp:lastModifiedBy>
  <cp:revision>1</cp:revision>
  <dcterms:created xsi:type="dcterms:W3CDTF">2026-10-20T18:15:48Z</dcterms:created>
  <dcterms:modified xsi:type="dcterms:W3CDTF">2026-10-20T18:15:48Z</dcterms:modified>
</cp:coreProperties>
</file>